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12344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500" b="1">
                <a:solidFill>
                  <a:srgbClr val="FFFFFF"/>
                </a:solidFill>
                <a:latin typeface="Aptos Display"/>
              </a:defRPr>
            </a:pPr>
            <a:r>
              <a:t>SOUTENANCE+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240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0">
                <a:solidFill>
                  <a:srgbClr val="DCE4F2"/>
                </a:solidFill>
                <a:latin typeface="Aptos"/>
              </a:defRPr>
            </a:pPr>
            <a:r>
              <a:t>Technologies utilisées</a:t>
            </a:r>
            <a:br/>
            <a:r>
              <a:t>— ancienne version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70332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C6E0"/>
                </a:solidFill>
                <a:latin typeface="Aptos"/>
              </a:defRPr>
            </a:pPr>
            <a:r>
              <a:t>Projet de plateforme numérique pour accompagner la préparation des soutenances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ABEDC"/>
                </a:solidFill>
                <a:latin typeface="Aptos"/>
              </a:defRPr>
            </a:pPr>
            <a:r>
              <a:t>Django • MySQL • Bootstrap • JavaScript • WebRTC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1. Contexte et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Pourquoi avons-nous choisi ce projet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Le 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800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La soutenance représente une étape importante pour l’étudiant. Pourtant, la préparation peut être difficile : manque d’entraînement, difficulté à respecter le temps imparti et absence d’un espace simple pour revoir sa prestation.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Notre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800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Nous avons donc choisi de développer Soutenance+ pour répondre à ce besoin concret : proposer un outil numérique permettant à l’étudiant de s’entraîner, de s’enregistrer et de mieux préparer sa présentation.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6CDF"/>
                </a:solidFill>
                <a:latin typeface="Aptos"/>
              </a:defRPr>
            </a:pPr>
            <a:r>
              <a:t>Idée centrale : transformer la préparation de la soutenance en un processus plus structuré et accessible.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2. Objectif visé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Ce que nous voulons apporter avec Soutenance+.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Objectif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Aider les étudiants à mieux préparer leur soutenance grâce à une plateforme simple qui centralise l’entraînement, l’enregistrement et le suivi.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Pour l’étudiant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S’entraîner dans un temps limité, enregistrer sa présentation, revoir sa prestation et suivre les retours reçus.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55448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Pour le maître de mémoire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Consulter les présentations des étudiants associés et leur fournir des commentaires afin d’améliorer leur préparation.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6CDF"/>
                </a:solidFill>
                <a:latin typeface="Aptos"/>
              </a:defRPr>
            </a:pPr>
            <a:r>
              <a:t>Résultat attendu : un étudiant mieux préparé, plus organisé et capable d’identifier ses points à améliorer avant la soutenance.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3. Vue d’ensemble de la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Les technologies ont été choisies en fonction des fonctionnalités à réaliser.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HTML • CSS • Bootstrap •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0020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783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860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Python • Django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0020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7830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2860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MySQL • phpMyAdmin • Django 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79476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977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Multimédia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4805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WebRTC • MediaRecorder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79476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9776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Versionnement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48056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Git •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4. Python &amp; Django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Le cœur du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6177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Langage utilisé pour développer la logique côté serveur. Il est lisible, robuste et dispose d’un écosystème adapté au développement web.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Django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6177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Framework web Python utilisé pour l’authentification, les utilisateurs, les projets, les présentations, les commentaires et les modèles de données.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5. HTML, CSS, Bootstrap &amp;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Construire une interface claire, responsive et interactive.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Structure des pages et formulaires.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17830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28600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Mise en forme et personnalisation.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6002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830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Bootstrap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8600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Composants et responsive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600200"/>
            <a:ext cx="26060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17830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286000"/>
            <a:ext cx="2148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Chronomètre, interactions et logique navigateur.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6. WebRTC &amp; MediaRecorder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Permettre à l’étudiant de s’enregistrer directement depuis son navigateur.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WebRTC / getUserMedia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617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Accès à la webcam et au microphone depuis le navigateur.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MediaRecorder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61772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Capture et enregistrement du flux audio/vidéo de la présentation.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7. MySQL, phpMyAdmin &amp; Django 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Stocker, administrer et manipuler les données.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Base relationnelle pour les utilisateurs, étudiants, projets, présentations et commentaires.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phpMyAdmin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Interface graphique pour administrer et consulter la base MySQL.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Django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Permet à Django de manipuler les données à travers les modèles.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8. 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Gérer les versions et sécuriser l’évolution du projet.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6CDF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45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374151"/>
                </a:solidFill>
                <a:latin typeface="Aptos"/>
              </a:defRPr>
            </a:pPr>
            <a:r>
              <a:t>Suivi des modifications et gestion des différentes versions du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6CDF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374151"/>
                </a:solidFill>
                <a:latin typeface="Aptos"/>
              </a:defRPr>
            </a:pPr>
            <a:r>
              <a:t>Hébergement du dépôt distant, sauvegarde et partage du projet.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6CDF"/>
                </a:solidFill>
                <a:latin typeface="Aptos"/>
              </a:defRPr>
            </a:pPr>
            <a:r>
              <a:t>Pourquoi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9776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374151"/>
                </a:solidFill>
                <a:latin typeface="Aptos"/>
              </a:defRPr>
            </a:pPr>
            <a:r>
              <a:t>Revenir à une version précédente, suivre l’évolution du projet et faciliter le travail en équipe.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9. Architecture de Soutenance+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Les technologies travaillent ensemble pour fournir les fonctionnalités de la plateforme.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10561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39"/>
            <a:ext cx="10104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01041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HTML + CSS + Bootstrap +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10561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10104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101041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Python + Django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10561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80"/>
            <a:ext cx="10104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101041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Django ORM → 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74920"/>
            <a:ext cx="10561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10104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Enregistrement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60720"/>
            <a:ext cx="1010412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WebRTC + MediaRecorder → webcam / microphone → vidéo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233A"/>
                </a:solidFill>
                <a:latin typeface="Aptos Display"/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ptos"/>
              </a:defRPr>
            </a:pPr>
            <a:r>
              <a:t>Une solution pensée à partir d’un besoin concret.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233A"/>
                </a:solidFill>
                <a:latin typeface="Aptos"/>
              </a:defRPr>
            </a:pPr>
            <a:r>
              <a:t>Soutenance+ vise à accompagner l’étudiant avant sa soutenance en lui donnant un espace unique pour s’entraîner, s’enregistrer et recevoir un suivi.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3154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3756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Besoin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Faciliter la préparation.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154680"/>
            <a:ext cx="3154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33756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Une plateforme web interactive.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154680"/>
            <a:ext cx="3154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33756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CDF"/>
                </a:solidFill>
                <a:latin typeface="Aptos"/>
              </a:defRPr>
            </a:pPr>
            <a:r>
              <a:t>Objectif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840480"/>
            <a:ext cx="2697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374151"/>
                </a:solidFill>
                <a:latin typeface="Aptos"/>
              </a:defRPr>
            </a:pPr>
            <a:r>
              <a:t>Améliorer la préparation et la confiance.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